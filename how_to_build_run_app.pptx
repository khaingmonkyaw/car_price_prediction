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3D8FD-8E74-87F2-EE87-F6499E22B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221FB-32FD-A115-0406-89B8E1AFE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041A4-0B55-C2FD-C404-23FFD175D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DDB6-894D-49F9-A2C5-09DA2BF37611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2C700-3C4E-713F-D734-2ABBD3D05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C2270-9229-BF8E-B72B-49B310F1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EDEC-D8AE-4E0D-AD42-B6CB321AD8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93629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00D83-13FC-A560-DBE7-2BF0FAA0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3778A-4116-A8BB-28E5-89C29F22B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FAF93-E317-6D2A-7F02-D8F7EBE52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DDB6-894D-49F9-A2C5-09DA2BF37611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36BE2-504B-55B7-1C6E-F5868AA67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3948A-2E2D-9B9A-FB00-85CC3C536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EDEC-D8AE-4E0D-AD42-B6CB321AD8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9181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1572B-1B2B-C96A-275B-BA43D792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48CB6-C875-3691-5278-0A76847E9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15AAA-1155-C8CF-9C52-F384EE18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DDB6-894D-49F9-A2C5-09DA2BF37611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2EBB8-713B-AABA-E26C-552875B2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757F1-17B8-C312-D8AD-4A6A732D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EDEC-D8AE-4E0D-AD42-B6CB321AD8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41307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DB096-A2AB-7A24-1FFE-33ED1DAD4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FE573-8A20-6279-F816-4E3BA4484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61B73-51AF-2879-136F-ED18B2E46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0240B-5FDD-2FE6-F8B5-8E410FBF2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DDB6-894D-49F9-A2C5-09DA2BF37611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99765-9F30-CEAB-FE26-6A2671D36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65FED-AC5E-4476-6FBC-5E849A485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EDEC-D8AE-4E0D-AD42-B6CB321AD8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1992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0FF9-0FE8-6ABB-8D1D-8FCD46E79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D28D4-7AED-EA45-BD7A-BE53FC5F7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75AE9-197F-FC42-7014-D9FF7314D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BE2BE-9CBA-9642-6975-6E470C9BF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8921A-691F-E6DC-E10B-14FDAC1718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38888A-9B89-21A6-4443-1F1306E1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DDB6-894D-49F9-A2C5-09DA2BF37611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4EBBB2-A846-A502-C529-F197780B8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79E3BA-357E-D336-5ED1-B36F76FE7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EDEC-D8AE-4E0D-AD42-B6CB321AD8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8268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7168F-37C2-DF36-66C7-6D1F4BA69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5375B1-2910-5EBA-4B8D-F2C7276A4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DDB6-894D-49F9-A2C5-09DA2BF37611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942C4-D8B0-0565-7FA0-8021D4F88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2DF4E-DB05-1DE4-EFBB-D8CBD44FD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EDEC-D8AE-4E0D-AD42-B6CB321AD8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635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E5927F-51C8-B55A-6CD5-7D330FC8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DDB6-894D-49F9-A2C5-09DA2BF37611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442718-48AC-C01C-905E-67B47F9E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FC8E9-3D0B-4370-2B55-1532A7A9A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EDEC-D8AE-4E0D-AD42-B6CB321AD8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8005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8C717-BE77-7724-2C8E-E24DAC4DC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D42E2-9991-C5AC-B819-CD3178FF3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2F347-D467-1387-58CE-4BF0D99DC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EE098-9A8D-E24D-55EB-5FE95D313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DDB6-894D-49F9-A2C5-09DA2BF37611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E6D65-FAAA-A81C-3180-1D765928D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67B50-AACB-88FA-9B8B-933F172EA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EDEC-D8AE-4E0D-AD42-B6CB321AD8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906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43C6-6D21-B21E-C620-C1F12F71E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B08C99-5FD8-6EAD-4307-7FD39E4D1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2B5FD-F7E2-59A6-90EA-92F1CE260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773A1-B518-5C32-DB7A-763013DB3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DDB6-894D-49F9-A2C5-09DA2BF37611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F26F5-8135-F16F-65B8-283A84AF0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21CDC-8F0D-7896-F78B-D84C81AF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EDEC-D8AE-4E0D-AD42-B6CB321AD8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9292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8A3AE-6BA7-1EDE-7297-4FD45137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21B8C-15CF-8AE8-2C3B-00F1A6732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DF232-22AE-C44C-BBF8-76849E71D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DDB6-894D-49F9-A2C5-09DA2BF37611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0689D-D416-380A-4FE9-727FDD8A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3A3C0-6AAA-8AAA-19D5-D706EF774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EDEC-D8AE-4E0D-AD42-B6CB321AD8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012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073179-4ABE-4A78-5648-380118C809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A4511-D875-F3C8-DF89-F4AF4186F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0A3B4-EE0E-AA7E-BB12-4C540419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DDB6-894D-49F9-A2C5-09DA2BF37611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0EF65-5B26-373C-4C5A-88FA22BAA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DC5F8-A476-43C7-94B0-C17FE13E5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EDEC-D8AE-4E0D-AD42-B6CB321AD8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4756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EF19C7-23E8-B9AE-4755-AE69D1DA9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6B71C-9752-4CCF-D4B1-1EDF21BA2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2044A-5C20-7458-E248-F28BA234A4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1DDB6-894D-49F9-A2C5-09DA2BF37611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30623-BDA8-DA0B-8BBB-D3BC9B088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AF232-BC82-D819-8EEF-1D2D2373B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1AEDEC-D8AE-4E0D-AD42-B6CB321AD8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378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haingMonKyaw/car_price_prediction/tree/assignment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327C4-ADD3-01E3-B966-48260C15E8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Predicting Car Price Assignment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13B06-1F36-D429-3469-69C163757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28956"/>
          </a:xfrm>
        </p:spPr>
        <p:txBody>
          <a:bodyPr>
            <a:normAutofit lnSpcReduction="10000"/>
          </a:bodyPr>
          <a:lstStyle/>
          <a:p>
            <a:br>
              <a:rPr lang="en-SG" dirty="0"/>
            </a:br>
            <a:r>
              <a:rPr lang="en-SG" dirty="0"/>
              <a:t>Building and Running the application</a:t>
            </a:r>
            <a:br>
              <a:rPr lang="en-SG" dirty="0"/>
            </a:br>
            <a:endParaRPr lang="en-SG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43E718C-CB08-F433-DC2E-58C2069A32AC}"/>
              </a:ext>
            </a:extLst>
          </p:cNvPr>
          <p:cNvSpPr txBox="1">
            <a:spLocks/>
          </p:cNvSpPr>
          <p:nvPr/>
        </p:nvSpPr>
        <p:spPr>
          <a:xfrm>
            <a:off x="1961536" y="5509496"/>
            <a:ext cx="7148052" cy="1028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400" dirty="0"/>
              <a:t>Submitted by st127409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825B5-1C55-D87B-B660-1EB501C1061E}"/>
              </a:ext>
            </a:extLst>
          </p:cNvPr>
          <p:cNvSpPr txBox="1"/>
          <p:nvPr/>
        </p:nvSpPr>
        <p:spPr>
          <a:xfrm>
            <a:off x="2791537" y="4723069"/>
            <a:ext cx="6299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 err="1"/>
              <a:t>Github</a:t>
            </a:r>
            <a:r>
              <a:rPr lang="en-SG" dirty="0"/>
              <a:t> :</a:t>
            </a:r>
            <a:r>
              <a:rPr lang="en-SG" dirty="0" err="1">
                <a:hlinkClick r:id="rId2"/>
              </a:rPr>
              <a:t>KhaingMonKyaw</a:t>
            </a:r>
            <a:r>
              <a:rPr lang="en-SG" dirty="0">
                <a:hlinkClick r:id="rId2"/>
              </a:rPr>
              <a:t>/</a:t>
            </a:r>
            <a:r>
              <a:rPr lang="en-SG" dirty="0" err="1">
                <a:hlinkClick r:id="rId2"/>
              </a:rPr>
              <a:t>car_price_prediction</a:t>
            </a:r>
            <a:r>
              <a:rPr lang="en-SG" dirty="0">
                <a:hlinkClick r:id="rId2"/>
              </a:rPr>
              <a:t> at assignment2</a:t>
            </a:r>
            <a:endParaRPr lang="en-SG" u="sng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232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A7D1D9-A8E7-9D7A-D7BA-130217069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204" y="975970"/>
            <a:ext cx="9259592" cy="49060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98D4B8-A9A6-C43E-333E-87E52B6BE7B7}"/>
              </a:ext>
            </a:extLst>
          </p:cNvPr>
          <p:cNvSpPr txBox="1"/>
          <p:nvPr/>
        </p:nvSpPr>
        <p:spPr>
          <a:xfrm>
            <a:off x="1279422" y="509596"/>
            <a:ext cx="6098458" cy="26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SG" sz="1800" b="0" dirty="0">
                <a:solidFill>
                  <a:schemeClr val="tx1"/>
                </a:solidFill>
                <a:effectLst/>
                <a:latin typeface="+mn-lt"/>
              </a:rPr>
              <a:t>docker compose up --build</a:t>
            </a:r>
            <a:endParaRPr lang="en-SG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28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E5D018-923B-9F2F-FCBB-1874709AA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409"/>
            <a:ext cx="12192000" cy="417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25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9D08CCD-C431-F33C-0F5E-BB94227D8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625" y="2114366"/>
            <a:ext cx="9316750" cy="26292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84BB7E-28A4-8098-DCB1-AF31156594BE}"/>
              </a:ext>
            </a:extLst>
          </p:cNvPr>
          <p:cNvSpPr txBox="1"/>
          <p:nvPr/>
        </p:nvSpPr>
        <p:spPr>
          <a:xfrm>
            <a:off x="1308919" y="775067"/>
            <a:ext cx="6098458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SG" sz="1800" b="0" dirty="0">
                <a:solidFill>
                  <a:schemeClr val="tx1"/>
                </a:solidFill>
                <a:effectLst/>
                <a:latin typeface="+mn-lt"/>
              </a:rPr>
              <a:t>docker </a:t>
            </a:r>
            <a:r>
              <a:rPr lang="en-SG" dirty="0"/>
              <a:t>exec –it assignment1-dash-1 bash</a:t>
            </a:r>
          </a:p>
          <a:p>
            <a:pPr>
              <a:lnSpc>
                <a:spcPct val="100000"/>
              </a:lnSpc>
            </a:pPr>
            <a:r>
              <a:rPr lang="en-SG" dirty="0"/>
              <a:t>Python main.py</a:t>
            </a:r>
          </a:p>
          <a:p>
            <a:pPr>
              <a:lnSpc>
                <a:spcPct val="100000"/>
              </a:lnSpc>
              <a:buNone/>
            </a:pPr>
            <a:endParaRPr lang="en-SG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310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24C38D-B81E-078F-D754-8B8B90237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526" y="0"/>
            <a:ext cx="63509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527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41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Office Theme</vt:lpstr>
      <vt:lpstr>Predicting Car Price Assignment 2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Khaing Mon Kyaw</dc:creator>
  <cp:lastModifiedBy>Khaing Mon Kyaw</cp:lastModifiedBy>
  <cp:revision>11</cp:revision>
  <dcterms:created xsi:type="dcterms:W3CDTF">2026-08-30T11:38:36Z</dcterms:created>
  <dcterms:modified xsi:type="dcterms:W3CDTF">2026-09-13T19:41:30Z</dcterms:modified>
</cp:coreProperties>
</file>